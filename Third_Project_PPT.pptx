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712" r:id="rId3"/>
    <p:sldId id="713" r:id="rId4"/>
    <p:sldId id="720" r:id="rId5"/>
    <p:sldId id="714" r:id="rId6"/>
    <p:sldId id="721" r:id="rId7"/>
    <p:sldId id="716" r:id="rId8"/>
    <p:sldId id="719" r:id="rId9"/>
    <p:sldId id="722" r:id="rId10"/>
    <p:sldId id="723" r:id="rId11"/>
    <p:sldId id="724" r:id="rId12"/>
    <p:sldId id="30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1EBDF2-F506-4190-A57F-FBC3302C41A5}" v="15" dt="2025-05-02T13:15:20.1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9" d="100"/>
          <a:sy n="69" d="100"/>
        </p:scale>
        <p:origin x="5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shree Parate" userId="26436c444789b7b0" providerId="LiveId" clId="{7F1EBDF2-F506-4190-A57F-FBC3302C41A5}"/>
    <pc:docChg chg="undo custSel addSld delSld modSld">
      <pc:chgData name="Jayshree Parate" userId="26436c444789b7b0" providerId="LiveId" clId="{7F1EBDF2-F506-4190-A57F-FBC3302C41A5}" dt="2025-05-02T13:22:47.511" v="430" actId="20577"/>
      <pc:docMkLst>
        <pc:docMk/>
      </pc:docMkLst>
      <pc:sldChg chg="modSp mod">
        <pc:chgData name="Jayshree Parate" userId="26436c444789b7b0" providerId="LiveId" clId="{7F1EBDF2-F506-4190-A57F-FBC3302C41A5}" dt="2025-05-02T13:22:47.511" v="430" actId="20577"/>
        <pc:sldMkLst>
          <pc:docMk/>
          <pc:sldMk cId="1024334718" sldId="257"/>
        </pc:sldMkLst>
        <pc:spChg chg="mod">
          <ac:chgData name="Jayshree Parate" userId="26436c444789b7b0" providerId="LiveId" clId="{7F1EBDF2-F506-4190-A57F-FBC3302C41A5}" dt="2025-05-02T13:22:47.511" v="430" actId="20577"/>
          <ac:spMkLst>
            <pc:docMk/>
            <pc:sldMk cId="1024334718" sldId="257"/>
            <ac:spMk id="3" creationId="{909BA398-5A92-1F63-B2C5-14386E7B6CB6}"/>
          </ac:spMkLst>
        </pc:spChg>
      </pc:sldChg>
      <pc:sldChg chg="addSp delSp modSp add del mod">
        <pc:chgData name="Jayshree Parate" userId="26436c444789b7b0" providerId="LiveId" clId="{7F1EBDF2-F506-4190-A57F-FBC3302C41A5}" dt="2025-05-02T12:27:07.354" v="59" actId="47"/>
        <pc:sldMkLst>
          <pc:docMk/>
          <pc:sldMk cId="1987783983" sldId="259"/>
        </pc:sldMkLst>
        <pc:spChg chg="mod">
          <ac:chgData name="Jayshree Parate" userId="26436c444789b7b0" providerId="LiveId" clId="{7F1EBDF2-F506-4190-A57F-FBC3302C41A5}" dt="2025-05-02T12:19:44.690" v="7" actId="20577"/>
          <ac:spMkLst>
            <pc:docMk/>
            <pc:sldMk cId="1987783983" sldId="259"/>
            <ac:spMk id="3" creationId="{1C52B27A-3BF5-3632-D132-C8D33BAC9F0E}"/>
          </ac:spMkLst>
        </pc:spChg>
        <pc:picChg chg="add">
          <ac:chgData name="Jayshree Parate" userId="26436c444789b7b0" providerId="LiveId" clId="{7F1EBDF2-F506-4190-A57F-FBC3302C41A5}" dt="2025-05-02T12:23:55.362" v="46" actId="22"/>
          <ac:picMkLst>
            <pc:docMk/>
            <pc:sldMk cId="1987783983" sldId="259"/>
            <ac:picMk id="4" creationId="{58A5B7C7-A4F4-FBEB-7EA8-AE76F32D66C8}"/>
          </ac:picMkLst>
        </pc:picChg>
        <pc:picChg chg="add del mod">
          <ac:chgData name="Jayshree Parate" userId="26436c444789b7b0" providerId="LiveId" clId="{7F1EBDF2-F506-4190-A57F-FBC3302C41A5}" dt="2025-05-02T12:24:12.145" v="51" actId="478"/>
          <ac:picMkLst>
            <pc:docMk/>
            <pc:sldMk cId="1987783983" sldId="259"/>
            <ac:picMk id="6" creationId="{49FC4B6D-B1DA-7318-D65A-73504297147F}"/>
          </ac:picMkLst>
        </pc:picChg>
        <pc:picChg chg="add del">
          <ac:chgData name="Jayshree Parate" userId="26436c444789b7b0" providerId="LiveId" clId="{7F1EBDF2-F506-4190-A57F-FBC3302C41A5}" dt="2025-05-02T12:24:18.754" v="53" actId="22"/>
          <ac:picMkLst>
            <pc:docMk/>
            <pc:sldMk cId="1987783983" sldId="259"/>
            <ac:picMk id="9" creationId="{168712C1-5D18-9E99-1CB8-0837796D533D}"/>
          </ac:picMkLst>
        </pc:picChg>
      </pc:sldChg>
      <pc:sldChg chg="add">
        <pc:chgData name="Jayshree Parate" userId="26436c444789b7b0" providerId="LiveId" clId="{7F1EBDF2-F506-4190-A57F-FBC3302C41A5}" dt="2025-05-02T13:10:25.833" v="281"/>
        <pc:sldMkLst>
          <pc:docMk/>
          <pc:sldMk cId="2438371579" sldId="303"/>
        </pc:sldMkLst>
      </pc:sldChg>
      <pc:sldChg chg="modSp mod">
        <pc:chgData name="Jayshree Parate" userId="26436c444789b7b0" providerId="LiveId" clId="{7F1EBDF2-F506-4190-A57F-FBC3302C41A5}" dt="2025-05-02T13:09:50.013" v="278" actId="1076"/>
        <pc:sldMkLst>
          <pc:docMk/>
          <pc:sldMk cId="1594365271" sldId="712"/>
        </pc:sldMkLst>
        <pc:spChg chg="mod">
          <ac:chgData name="Jayshree Parate" userId="26436c444789b7b0" providerId="LiveId" clId="{7F1EBDF2-F506-4190-A57F-FBC3302C41A5}" dt="2025-05-02T13:09:50.013" v="278" actId="1076"/>
          <ac:spMkLst>
            <pc:docMk/>
            <pc:sldMk cId="1594365271" sldId="712"/>
            <ac:spMk id="8" creationId="{8AA0C0FE-532D-3625-B24C-148C2377BEE2}"/>
          </ac:spMkLst>
        </pc:spChg>
      </pc:sldChg>
      <pc:sldChg chg="modSp mod">
        <pc:chgData name="Jayshree Parate" userId="26436c444789b7b0" providerId="LiveId" clId="{7F1EBDF2-F506-4190-A57F-FBC3302C41A5}" dt="2025-05-02T12:18:24.758" v="1" actId="1076"/>
        <pc:sldMkLst>
          <pc:docMk/>
          <pc:sldMk cId="2729787341" sldId="713"/>
        </pc:sldMkLst>
        <pc:spChg chg="mod">
          <ac:chgData name="Jayshree Parate" userId="26436c444789b7b0" providerId="LiveId" clId="{7F1EBDF2-F506-4190-A57F-FBC3302C41A5}" dt="2025-05-02T12:18:24.758" v="1" actId="1076"/>
          <ac:spMkLst>
            <pc:docMk/>
            <pc:sldMk cId="2729787341" sldId="713"/>
            <ac:spMk id="2" creationId="{3A020E60-F42D-DF88-898E-40A9AAEC703B}"/>
          </ac:spMkLst>
        </pc:spChg>
      </pc:sldChg>
      <pc:sldChg chg="addSp delSp modSp add mod">
        <pc:chgData name="Jayshree Parate" userId="26436c444789b7b0" providerId="LiveId" clId="{7F1EBDF2-F506-4190-A57F-FBC3302C41A5}" dt="2025-05-02T12:27:33.798" v="79"/>
        <pc:sldMkLst>
          <pc:docMk/>
          <pc:sldMk cId="3055925671" sldId="714"/>
        </pc:sldMkLst>
        <pc:spChg chg="mod">
          <ac:chgData name="Jayshree Parate" userId="26436c444789b7b0" providerId="LiveId" clId="{7F1EBDF2-F506-4190-A57F-FBC3302C41A5}" dt="2025-05-02T12:27:33.798" v="79"/>
          <ac:spMkLst>
            <pc:docMk/>
            <pc:sldMk cId="3055925671" sldId="714"/>
            <ac:spMk id="8" creationId="{54EB6C15-41EE-AF53-557D-CD87ED2BD0DC}"/>
          </ac:spMkLst>
        </pc:spChg>
        <pc:picChg chg="del">
          <ac:chgData name="Jayshree Parate" userId="26436c444789b7b0" providerId="LiveId" clId="{7F1EBDF2-F506-4190-A57F-FBC3302C41A5}" dt="2025-05-02T12:24:38.353" v="55" actId="478"/>
          <ac:picMkLst>
            <pc:docMk/>
            <pc:sldMk cId="3055925671" sldId="714"/>
            <ac:picMk id="3" creationId="{B3455EE2-FD6C-FA61-9708-2EDD886EF00E}"/>
          </ac:picMkLst>
        </pc:picChg>
        <pc:picChg chg="add mod">
          <ac:chgData name="Jayshree Parate" userId="26436c444789b7b0" providerId="LiveId" clId="{7F1EBDF2-F506-4190-A57F-FBC3302C41A5}" dt="2025-05-02T12:24:54.238" v="58" actId="1076"/>
          <ac:picMkLst>
            <pc:docMk/>
            <pc:sldMk cId="3055925671" sldId="714"/>
            <ac:picMk id="4" creationId="{20C5FACD-3440-2952-7C27-31ED110FE38F}"/>
          </ac:picMkLst>
        </pc:picChg>
      </pc:sldChg>
      <pc:sldChg chg="addSp delSp modSp add mod">
        <pc:chgData name="Jayshree Parate" userId="26436c444789b7b0" providerId="LiveId" clId="{7F1EBDF2-F506-4190-A57F-FBC3302C41A5}" dt="2025-05-02T12:44:00.777" v="113" actId="1076"/>
        <pc:sldMkLst>
          <pc:docMk/>
          <pc:sldMk cId="16987434" sldId="716"/>
        </pc:sldMkLst>
        <pc:spChg chg="del mod">
          <ac:chgData name="Jayshree Parate" userId="26436c444789b7b0" providerId="LiveId" clId="{7F1EBDF2-F506-4190-A57F-FBC3302C41A5}" dt="2025-05-02T12:29:08.389" v="103" actId="478"/>
          <ac:spMkLst>
            <pc:docMk/>
            <pc:sldMk cId="16987434" sldId="716"/>
            <ac:spMk id="2" creationId="{857913EC-9040-BA21-86D3-D4A24486AAFA}"/>
          </ac:spMkLst>
        </pc:spChg>
        <pc:picChg chg="add mod">
          <ac:chgData name="Jayshree Parate" userId="26436c444789b7b0" providerId="LiveId" clId="{7F1EBDF2-F506-4190-A57F-FBC3302C41A5}" dt="2025-05-02T12:44:00.777" v="113" actId="1076"/>
          <ac:picMkLst>
            <pc:docMk/>
            <pc:sldMk cId="16987434" sldId="716"/>
            <ac:picMk id="4" creationId="{B3DFE288-A64B-C307-60AB-E8DC7697AE82}"/>
          </ac:picMkLst>
        </pc:picChg>
        <pc:picChg chg="add mod">
          <ac:chgData name="Jayshree Parate" userId="26436c444789b7b0" providerId="LiveId" clId="{7F1EBDF2-F506-4190-A57F-FBC3302C41A5}" dt="2025-05-02T12:43:56.477" v="112" actId="1076"/>
          <ac:picMkLst>
            <pc:docMk/>
            <pc:sldMk cId="16987434" sldId="716"/>
            <ac:picMk id="6" creationId="{1380F234-99BA-FB1A-7146-B72A42C94EA8}"/>
          </ac:picMkLst>
        </pc:picChg>
      </pc:sldChg>
      <pc:sldChg chg="addSp delSp modSp add mod">
        <pc:chgData name="Jayshree Parate" userId="26436c444789b7b0" providerId="LiveId" clId="{7F1EBDF2-F506-4190-A57F-FBC3302C41A5}" dt="2025-05-02T13:07:57.543" v="211" actId="1076"/>
        <pc:sldMkLst>
          <pc:docMk/>
          <pc:sldMk cId="643871855" sldId="719"/>
        </pc:sldMkLst>
        <pc:spChg chg="del mod">
          <ac:chgData name="Jayshree Parate" userId="26436c444789b7b0" providerId="LiveId" clId="{7F1EBDF2-F506-4190-A57F-FBC3302C41A5}" dt="2025-05-02T12:52:02.466" v="137" actId="478"/>
          <ac:spMkLst>
            <pc:docMk/>
            <pc:sldMk cId="643871855" sldId="719"/>
            <ac:spMk id="2" creationId="{6B5B5F23-84A5-6D72-8E15-4E2FB5CB1533}"/>
          </ac:spMkLst>
        </pc:spChg>
        <pc:spChg chg="add mod">
          <ac:chgData name="Jayshree Parate" userId="26436c444789b7b0" providerId="LiveId" clId="{7F1EBDF2-F506-4190-A57F-FBC3302C41A5}" dt="2025-05-02T13:07:42.219" v="209" actId="255"/>
          <ac:spMkLst>
            <pc:docMk/>
            <pc:sldMk cId="643871855" sldId="719"/>
            <ac:spMk id="7" creationId="{CB122829-D2E9-44C4-12C8-E3E2C283491F}"/>
          </ac:spMkLst>
        </pc:spChg>
        <pc:spChg chg="add mod">
          <ac:chgData name="Jayshree Parate" userId="26436c444789b7b0" providerId="LiveId" clId="{7F1EBDF2-F506-4190-A57F-FBC3302C41A5}" dt="2025-05-02T13:07:57.543" v="211" actId="1076"/>
          <ac:spMkLst>
            <pc:docMk/>
            <pc:sldMk cId="643871855" sldId="719"/>
            <ac:spMk id="10" creationId="{AD652C46-EACE-4400-4EF2-261B2BC4F3D1}"/>
          </ac:spMkLst>
        </pc:spChg>
        <pc:picChg chg="add mod">
          <ac:chgData name="Jayshree Parate" userId="26436c444789b7b0" providerId="LiveId" clId="{7F1EBDF2-F506-4190-A57F-FBC3302C41A5}" dt="2025-05-02T13:05:06.507" v="142" actId="1076"/>
          <ac:picMkLst>
            <pc:docMk/>
            <pc:sldMk cId="643871855" sldId="719"/>
            <ac:picMk id="4" creationId="{FC09219C-AE3E-907C-D1EF-B3F2CE7C1655}"/>
          </ac:picMkLst>
        </pc:picChg>
        <pc:picChg chg="add mod">
          <ac:chgData name="Jayshree Parate" userId="26436c444789b7b0" providerId="LiveId" clId="{7F1EBDF2-F506-4190-A57F-FBC3302C41A5}" dt="2025-05-02T13:05:16.709" v="144" actId="14100"/>
          <ac:picMkLst>
            <pc:docMk/>
            <pc:sldMk cId="643871855" sldId="719"/>
            <ac:picMk id="6" creationId="{FD3DFC05-0123-1CC8-1C01-66F46DDA5208}"/>
          </ac:picMkLst>
        </pc:picChg>
      </pc:sldChg>
      <pc:sldChg chg="add">
        <pc:chgData name="Jayshree Parate" userId="26436c444789b7b0" providerId="LiveId" clId="{7F1EBDF2-F506-4190-A57F-FBC3302C41A5}" dt="2025-05-02T12:27:09.418" v="60"/>
        <pc:sldMkLst>
          <pc:docMk/>
          <pc:sldMk cId="284433704" sldId="720"/>
        </pc:sldMkLst>
      </pc:sldChg>
      <pc:sldChg chg="addSp delSp modSp add mod">
        <pc:chgData name="Jayshree Parate" userId="26436c444789b7b0" providerId="LiveId" clId="{7F1EBDF2-F506-4190-A57F-FBC3302C41A5}" dt="2025-05-02T12:50:36.506" v="134" actId="207"/>
        <pc:sldMkLst>
          <pc:docMk/>
          <pc:sldMk cId="1169814522" sldId="721"/>
        </pc:sldMkLst>
        <pc:spChg chg="add mod">
          <ac:chgData name="Jayshree Parate" userId="26436c444789b7b0" providerId="LiveId" clId="{7F1EBDF2-F506-4190-A57F-FBC3302C41A5}" dt="2025-05-02T12:50:36.506" v="134" actId="207"/>
          <ac:spMkLst>
            <pc:docMk/>
            <pc:sldMk cId="1169814522" sldId="721"/>
            <ac:spMk id="5" creationId="{BF027A00-8F38-EF79-B709-7DD5EBB167D0}"/>
          </ac:spMkLst>
        </pc:spChg>
        <pc:picChg chg="add mod">
          <ac:chgData name="Jayshree Parate" userId="26436c444789b7b0" providerId="LiveId" clId="{7F1EBDF2-F506-4190-A57F-FBC3302C41A5}" dt="2025-05-02T12:46:39.494" v="118" actId="1076"/>
          <ac:picMkLst>
            <pc:docMk/>
            <pc:sldMk cId="1169814522" sldId="721"/>
            <ac:picMk id="3" creationId="{C84ADCEB-D035-2DC4-49C8-C8B11747149F}"/>
          </ac:picMkLst>
        </pc:picChg>
        <pc:picChg chg="del">
          <ac:chgData name="Jayshree Parate" userId="26436c444789b7b0" providerId="LiveId" clId="{7F1EBDF2-F506-4190-A57F-FBC3302C41A5}" dt="2025-05-02T12:44:12.326" v="115" actId="478"/>
          <ac:picMkLst>
            <pc:docMk/>
            <pc:sldMk cId="1169814522" sldId="721"/>
            <ac:picMk id="4" creationId="{D2F19842-3842-902B-CEC0-F5BCEA41EEB6}"/>
          </ac:picMkLst>
        </pc:picChg>
        <pc:picChg chg="del">
          <ac:chgData name="Jayshree Parate" userId="26436c444789b7b0" providerId="LiveId" clId="{7F1EBDF2-F506-4190-A57F-FBC3302C41A5}" dt="2025-05-02T12:44:14.238" v="116" actId="478"/>
          <ac:picMkLst>
            <pc:docMk/>
            <pc:sldMk cId="1169814522" sldId="721"/>
            <ac:picMk id="6" creationId="{A5491474-9B3F-1575-6DC3-5E4DA4FBB526}"/>
          </ac:picMkLst>
        </pc:picChg>
      </pc:sldChg>
      <pc:sldChg chg="addSp delSp modSp add mod">
        <pc:chgData name="Jayshree Parate" userId="26436c444789b7b0" providerId="LiveId" clId="{7F1EBDF2-F506-4190-A57F-FBC3302C41A5}" dt="2025-05-02T13:11:31.489" v="286" actId="1076"/>
        <pc:sldMkLst>
          <pc:docMk/>
          <pc:sldMk cId="1705245487" sldId="722"/>
        </pc:sldMkLst>
        <pc:spChg chg="del mod">
          <ac:chgData name="Jayshree Parate" userId="26436c444789b7b0" providerId="LiveId" clId="{7F1EBDF2-F506-4190-A57F-FBC3302C41A5}" dt="2025-05-02T13:10:33.742" v="284" actId="478"/>
          <ac:spMkLst>
            <pc:docMk/>
            <pc:sldMk cId="1705245487" sldId="722"/>
            <ac:spMk id="2" creationId="{6053D479-0F63-A8A4-5823-8A65CD6E54CF}"/>
          </ac:spMkLst>
        </pc:spChg>
        <pc:picChg chg="del">
          <ac:chgData name="Jayshree Parate" userId="26436c444789b7b0" providerId="LiveId" clId="{7F1EBDF2-F506-4190-A57F-FBC3302C41A5}" dt="2025-05-02T13:10:29.268" v="282" actId="478"/>
          <ac:picMkLst>
            <pc:docMk/>
            <pc:sldMk cId="1705245487" sldId="722"/>
            <ac:picMk id="4" creationId="{FC4B7533-31F1-D595-D6BF-B107F02BD2E9}"/>
          </ac:picMkLst>
        </pc:picChg>
        <pc:picChg chg="add mod">
          <ac:chgData name="Jayshree Parate" userId="26436c444789b7b0" providerId="LiveId" clId="{7F1EBDF2-F506-4190-A57F-FBC3302C41A5}" dt="2025-05-02T13:11:31.489" v="286" actId="1076"/>
          <ac:picMkLst>
            <pc:docMk/>
            <pc:sldMk cId="1705245487" sldId="722"/>
            <ac:picMk id="5" creationId="{E88F4F49-94CB-FEA2-682F-A7987B2BF352}"/>
          </ac:picMkLst>
        </pc:picChg>
      </pc:sldChg>
      <pc:sldChg chg="addSp delSp modSp add mod">
        <pc:chgData name="Jayshree Parate" userId="26436c444789b7b0" providerId="LiveId" clId="{7F1EBDF2-F506-4190-A57F-FBC3302C41A5}" dt="2025-05-02T13:16:37.612" v="338" actId="1076"/>
        <pc:sldMkLst>
          <pc:docMk/>
          <pc:sldMk cId="1969816646" sldId="723"/>
        </pc:sldMkLst>
        <pc:spChg chg="add del mod">
          <ac:chgData name="Jayshree Parate" userId="26436c444789b7b0" providerId="LiveId" clId="{7F1EBDF2-F506-4190-A57F-FBC3302C41A5}" dt="2025-05-02T13:16:37.612" v="338" actId="1076"/>
          <ac:spMkLst>
            <pc:docMk/>
            <pc:sldMk cId="1969816646" sldId="723"/>
            <ac:spMk id="2" creationId="{4B59A904-02E7-7EE3-0DAB-9F2A2D81A4D0}"/>
          </ac:spMkLst>
        </pc:spChg>
        <pc:spChg chg="add del mod">
          <ac:chgData name="Jayshree Parate" userId="26436c444789b7b0" providerId="LiveId" clId="{7F1EBDF2-F506-4190-A57F-FBC3302C41A5}" dt="2025-05-02T13:14:42.707" v="300" actId="22"/>
          <ac:spMkLst>
            <pc:docMk/>
            <pc:sldMk cId="1969816646" sldId="723"/>
            <ac:spMk id="4" creationId="{5C9037C5-EEDD-ABD8-EA4B-BF82475BAA67}"/>
          </ac:spMkLst>
        </pc:spChg>
        <pc:spChg chg="add del mod">
          <ac:chgData name="Jayshree Parate" userId="26436c444789b7b0" providerId="LiveId" clId="{7F1EBDF2-F506-4190-A57F-FBC3302C41A5}" dt="2025-05-02T13:14:41.590" v="297" actId="22"/>
          <ac:spMkLst>
            <pc:docMk/>
            <pc:sldMk cId="1969816646" sldId="723"/>
            <ac:spMk id="6" creationId="{B79C407C-7740-4247-60FE-C3322A7B83D7}"/>
          </ac:spMkLst>
        </pc:spChg>
        <pc:spChg chg="add">
          <ac:chgData name="Jayshree Parate" userId="26436c444789b7b0" providerId="LiveId" clId="{7F1EBDF2-F506-4190-A57F-FBC3302C41A5}" dt="2025-05-02T13:15:17.848" v="309"/>
          <ac:spMkLst>
            <pc:docMk/>
            <pc:sldMk cId="1969816646" sldId="723"/>
            <ac:spMk id="7" creationId="{D155BE36-00AB-3F89-18B3-A5BEF7224F00}"/>
          </ac:spMkLst>
        </pc:spChg>
      </pc:sldChg>
      <pc:sldChg chg="add">
        <pc:chgData name="Jayshree Parate" userId="26436c444789b7b0" providerId="LiveId" clId="{7F1EBDF2-F506-4190-A57F-FBC3302C41A5}" dt="2025-05-02T13:10:14.515" v="280"/>
        <pc:sldMkLst>
          <pc:docMk/>
          <pc:sldMk cId="1335607217" sldId="72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37872B-6213-4BFC-9FB1-9B7673666988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27F8C-8B24-4420-9775-68CFF54B8E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478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DED6-1796-4914-A12E-D37CEB28D77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426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5BCB06-939D-4E78-A53C-C09BAEDEDDF9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4520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44F9A-F10C-9386-3412-326BD5324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F62CC1-E255-5A55-E181-DC945BE2B2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6464A-6D70-5469-876A-4D1015E54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8640-DDE7-4873-84AB-EFC29DBA8F2B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D35D9-B3AF-4CEB-AFEF-C7BB0A340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72EB9-316B-566B-A7A2-B3ECE830A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24FA8-0B05-4CCA-89CE-885D358B26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465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BFB34-DFD4-E9B3-E892-0F98D3F79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67BF9-EEE6-A2A5-7026-D023586B3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BD5F8-C105-2E04-F212-7A4B6A594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8640-DDE7-4873-84AB-EFC29DBA8F2B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E31BB-F1ED-A412-C73A-9D3CB09FC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75B36-9FC8-B261-16A7-7604EF0E5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24FA8-0B05-4CCA-89CE-885D358B26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442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1332-3C98-076F-CC96-314E7D1B5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C9024D-2710-F7BA-1C99-CC7E8D69A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7A22D-5721-E8C7-9A5B-7B52231BC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8640-DDE7-4873-84AB-EFC29DBA8F2B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D5D74-94A4-3683-3255-C6E1FC8BF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FB75D-3966-035A-1FAE-43B88D65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24FA8-0B05-4CCA-89CE-885D358B26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860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CCE14-1D1B-76E8-2BBA-D3DBFAB95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F1CB6-20A8-94A4-1AAD-ACA19CC547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09A31D-18A1-93B9-6379-C17575BD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18C962-7FFF-4DA8-81EF-CF5A3D777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8640-DDE7-4873-84AB-EFC29DBA8F2B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728417-6765-D29F-850E-17A17F63D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EE848B-EAB1-805D-EE6A-784A08F3B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24FA8-0B05-4CCA-89CE-885D358B26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7378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16AE3-DD79-E0F2-3A18-73952421B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551AF-2456-A316-B1D2-14C567E16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02AF5E-3E6E-165C-EBBC-483502FEE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628862-28DF-7D8F-D7F7-8245523C17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8EC434-9FF8-E749-6B51-49FAD673C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1831A0-C77E-A84F-282D-E561C4FDC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8640-DDE7-4873-84AB-EFC29DBA8F2B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E1F86D-2048-7E1A-9EBB-869F3AC92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5BDE41-FC6D-4B48-3127-7CBDDE8A0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24FA8-0B05-4CCA-89CE-885D358B26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4875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65642-CF77-A470-C21C-D2EC19CD6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953207-CB12-4021-B9B3-F8F44A1E9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8640-DDE7-4873-84AB-EFC29DBA8F2B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A24CEC-54DC-CE29-A10F-53493F838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CC09AD-49E2-C9E4-FF63-0B55B1AC1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24FA8-0B05-4CCA-89CE-885D358B26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445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779AA1-EE33-4164-0A18-1EC5DF879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8640-DDE7-4873-84AB-EFC29DBA8F2B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A702F1-AC4F-0E44-A25E-3CF0CD3A9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8948F-094B-BBD4-E8C5-0EC079912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24FA8-0B05-4CCA-89CE-885D358B26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374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A93D6-3BC0-096D-4919-C799F7C8A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B0283-92F4-1CE2-8670-88C599382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BC439-81E4-35F1-1ADB-F004908EEA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0F0129-1D27-6528-BB2E-22A85A0CF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8640-DDE7-4873-84AB-EFC29DBA8F2B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E4D1AB-53C9-4282-6F21-30D121598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0A1EF4-7291-B077-321C-422D9133C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24FA8-0B05-4CCA-89CE-885D358B26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719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EF789-C6C8-31FC-7CD6-B80EE626B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77B75B-57C3-6FAC-03E9-F2476E2DF2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04803F-02DB-10E0-73A4-24BEAB6A4B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4DCB7F-2588-0C54-B9E5-F82692091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8640-DDE7-4873-84AB-EFC29DBA8F2B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17F563-240B-25F2-90CF-AB68E6D19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AB61E1-4786-C28A-0E9E-C3FA68021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24FA8-0B05-4CCA-89CE-885D358B26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669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C6BD1-5D0C-5B45-D71B-AE23E694E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8272BE-1DA9-29DD-D557-E822D1657B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4EF0E-B9F3-BC92-EC31-E5D867E82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8640-DDE7-4873-84AB-EFC29DBA8F2B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628C5-5365-0A18-3252-5868E6BDC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2A873-BEDA-BD0C-2A42-0052C6AA2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24FA8-0B05-4CCA-89CE-885D358B26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265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90EC30-D626-3055-069E-E5D9FE5F34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DCAAC0-1696-F176-5696-6FB4801F67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F5603-E9E6-DA0B-A8E4-52E2358B8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8640-DDE7-4873-84AB-EFC29DBA8F2B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A87D9-65A1-294F-8C82-1FA209FED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43175-5226-C5CE-F181-5E79B8387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24FA8-0B05-4CCA-89CE-885D358B26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0462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6E075BB-15B2-EA0E-9027-845648B14F9F}"/>
              </a:ext>
            </a:extLst>
          </p:cNvPr>
          <p:cNvGrpSpPr/>
          <p:nvPr userDrawn="1"/>
        </p:nvGrpSpPr>
        <p:grpSpPr>
          <a:xfrm>
            <a:off x="-21770" y="0"/>
            <a:ext cx="12213771" cy="6858000"/>
            <a:chOff x="-21770" y="0"/>
            <a:chExt cx="12213771" cy="6858000"/>
          </a:xfrm>
        </p:grpSpPr>
        <p:pic>
          <p:nvPicPr>
            <p:cNvPr id="3" name="Picture 2" descr="Tech Background&quot; Images – Browse 8,227 Stock Photos, Vectors, and Video |  Adobe Stock">
              <a:extLst>
                <a:ext uri="{FF2B5EF4-FFF2-40B4-BE49-F238E27FC236}">
                  <a16:creationId xmlns:a16="http://schemas.microsoft.com/office/drawing/2014/main" id="{9FFF3B02-3DEE-4581-2F38-C9DA9DD1DFC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52" t="2332" r="1954" b="1250"/>
            <a:stretch>
              <a:fillRect/>
            </a:stretch>
          </p:blipFill>
          <p:spPr bwMode="auto">
            <a:xfrm>
              <a:off x="-21770" y="0"/>
              <a:ext cx="12213771" cy="6858000"/>
            </a:xfrm>
            <a:custGeom>
              <a:avLst/>
              <a:gdLst>
                <a:gd name="connsiteX0" fmla="*/ 0 w 12213771"/>
                <a:gd name="connsiteY0" fmla="*/ 0 h 6858000"/>
                <a:gd name="connsiteX1" fmla="*/ 12213771 w 12213771"/>
                <a:gd name="connsiteY1" fmla="*/ 0 h 6858000"/>
                <a:gd name="connsiteX2" fmla="*/ 12213771 w 12213771"/>
                <a:gd name="connsiteY2" fmla="*/ 6858000 h 6858000"/>
                <a:gd name="connsiteX3" fmla="*/ 0 w 12213771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13771" h="6858000">
                  <a:moveTo>
                    <a:pt x="0" y="0"/>
                  </a:moveTo>
                  <a:lnTo>
                    <a:pt x="12213771" y="0"/>
                  </a:lnTo>
                  <a:lnTo>
                    <a:pt x="12213771" y="6858000"/>
                  </a:lnTo>
                  <a:lnTo>
                    <a:pt x="0" y="6858000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3A924FD-34B9-B00C-7909-385ABB74856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17794" y="913775"/>
              <a:ext cx="5159490" cy="14237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191564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Third Flow E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5269" y="603666"/>
            <a:ext cx="7057847" cy="6127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55269" y="1659835"/>
            <a:ext cx="7057847" cy="439806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360409B4-C617-2A18-6BFD-309E9F59F1A6}"/>
              </a:ext>
            </a:extLst>
          </p:cNvPr>
          <p:cNvSpPr/>
          <p:nvPr userDrawn="1"/>
        </p:nvSpPr>
        <p:spPr>
          <a:xfrm>
            <a:off x="1" y="0"/>
            <a:ext cx="4114800" cy="6858000"/>
          </a:xfrm>
          <a:prstGeom prst="homePlate">
            <a:avLst>
              <a:gd name="adj" fmla="val 16049"/>
            </a:avLst>
          </a:prstGeom>
          <a:solidFill>
            <a:srgbClr val="1D1B58"/>
          </a:solidFill>
          <a:ln>
            <a:solidFill>
              <a:srgbClr val="1D1B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19F22F4-4B18-0516-26F1-498BF7EBEAB2}"/>
              </a:ext>
            </a:extLst>
          </p:cNvPr>
          <p:cNvSpPr txBox="1">
            <a:spLocks/>
          </p:cNvSpPr>
          <p:nvPr userDrawn="1"/>
        </p:nvSpPr>
        <p:spPr>
          <a:xfrm>
            <a:off x="678882" y="3122614"/>
            <a:ext cx="2978720" cy="612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kern="1200">
                <a:solidFill>
                  <a:schemeClr val="tx1"/>
                </a:solidFill>
                <a:latin typeface="Nunito" pitchFamily="2" charset="0"/>
                <a:ea typeface="+mj-ea"/>
                <a:cs typeface="+mj-cs"/>
              </a:defRPr>
            </a:lvl1pPr>
          </a:lstStyle>
          <a:p>
            <a:r>
              <a:rPr lang="en-US" sz="3400" dirty="0">
                <a:solidFill>
                  <a:schemeClr val="bg1"/>
                </a:solidFill>
                <a:latin typeface="Calibri" panose="020F0502020204030204" pitchFamily="34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275796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ech Background&quot; Images – Browse 8,227 Stock Photos, Vectors, and Video |  Adobe Stock">
            <a:extLst>
              <a:ext uri="{FF2B5EF4-FFF2-40B4-BE49-F238E27FC236}">
                <a16:creationId xmlns:a16="http://schemas.microsoft.com/office/drawing/2014/main" id="{19625874-6531-A345-C3ED-8BD86E0E300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2" t="2332" r="1954" b="1250"/>
          <a:stretch>
            <a:fillRect/>
          </a:stretch>
        </p:blipFill>
        <p:spPr bwMode="auto">
          <a:xfrm>
            <a:off x="-21770" y="0"/>
            <a:ext cx="12213771" cy="6858000"/>
          </a:xfrm>
          <a:custGeom>
            <a:avLst/>
            <a:gdLst>
              <a:gd name="connsiteX0" fmla="*/ 0 w 12213771"/>
              <a:gd name="connsiteY0" fmla="*/ 0 h 6858000"/>
              <a:gd name="connsiteX1" fmla="*/ 12213771 w 12213771"/>
              <a:gd name="connsiteY1" fmla="*/ 0 h 6858000"/>
              <a:gd name="connsiteX2" fmla="*/ 12213771 w 12213771"/>
              <a:gd name="connsiteY2" fmla="*/ 6858000 h 6858000"/>
              <a:gd name="connsiteX3" fmla="*/ 0 w 1221377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13771" h="6858000">
                <a:moveTo>
                  <a:pt x="0" y="0"/>
                </a:moveTo>
                <a:lnTo>
                  <a:pt x="12213771" y="0"/>
                </a:lnTo>
                <a:lnTo>
                  <a:pt x="12213771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 rot="16200000">
            <a:off x="4770665" y="-2959994"/>
            <a:ext cx="2628900" cy="12213771"/>
          </a:xfrm>
        </p:spPr>
        <p:txBody>
          <a:bodyPr vert="eaVert">
            <a:normAutofit/>
          </a:bodyPr>
          <a:lstStyle>
            <a:lvl1pPr algn="ctr"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58725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0A576A-5F1E-4492-0C2A-B5A0EACEF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A37CB-0731-5A6E-AE34-30B9F0653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C2752-A136-067D-4F47-FC39E64D8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A28640-DDE7-4873-84AB-EFC29DBA8F2B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DD4D4-C69B-B32E-DDF0-D4B7CC1F67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079F0-2BE3-438D-D894-E38FDEBDD5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F24FA8-0B05-4CCA-89CE-885D358B26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796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A225F15-9B21-01FF-BD6D-D04F30F7A091}"/>
              </a:ext>
            </a:extLst>
          </p:cNvPr>
          <p:cNvSpPr/>
          <p:nvPr/>
        </p:nvSpPr>
        <p:spPr>
          <a:xfrm>
            <a:off x="859536" y="3118104"/>
            <a:ext cx="11183112" cy="9359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6500" b="1" i="0" dirty="0"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Predicting </a:t>
            </a:r>
          </a:p>
          <a:p>
            <a:pPr algn="ctr"/>
            <a:r>
              <a:rPr lang="en-IN" sz="6500" b="1" i="0" dirty="0"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Sleep Disorders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9BA398-5A92-1F63-B2C5-14386E7B6CB6}"/>
              </a:ext>
            </a:extLst>
          </p:cNvPr>
          <p:cNvSpPr txBox="1"/>
          <p:nvPr/>
        </p:nvSpPr>
        <p:spPr>
          <a:xfrm>
            <a:off x="6451092" y="5056151"/>
            <a:ext cx="529389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5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Jayshree </a:t>
            </a:r>
            <a:r>
              <a:rPr lang="en-US" sz="25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Rambhau</a:t>
            </a:r>
            <a:r>
              <a:rPr lang="en-US" sz="25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Parate</a:t>
            </a:r>
          </a:p>
          <a:p>
            <a:pPr algn="r"/>
            <a:r>
              <a:rPr lang="en-US" sz="25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Date: 2</a:t>
            </a:r>
            <a:r>
              <a:rPr lang="en-US" sz="2500" baseline="30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nd</a:t>
            </a:r>
            <a:r>
              <a:rPr lang="en-US" sz="25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May 2025</a:t>
            </a:r>
            <a:endParaRPr lang="en-IN" sz="25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24334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Boston Institute of Analytics Projects">
            <a:extLst>
              <a:ext uri="{FF2B5EF4-FFF2-40B4-BE49-F238E27FC236}">
                <a16:creationId xmlns:a16="http://schemas.microsoft.com/office/drawing/2014/main" id="{26994160-D6CA-2E39-F24D-8EE550A72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7824" y="5767959"/>
            <a:ext cx="3694176" cy="932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A0C0FE-532D-3625-B24C-148C2377BEE2}"/>
              </a:ext>
            </a:extLst>
          </p:cNvPr>
          <p:cNvSpPr txBox="1"/>
          <p:nvPr/>
        </p:nvSpPr>
        <p:spPr>
          <a:xfrm>
            <a:off x="4773730" y="815784"/>
            <a:ext cx="6083166" cy="52264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500" dirty="0">
                <a:solidFill>
                  <a:srgbClr val="002060"/>
                </a:solidFill>
              </a:rPr>
              <a:t>INTRODUCTION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500" dirty="0">
                <a:solidFill>
                  <a:srgbClr val="002060"/>
                </a:solidFill>
              </a:rPr>
              <a:t>PROBLEM STATEMENT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500" dirty="0">
                <a:solidFill>
                  <a:srgbClr val="002060"/>
                </a:solidFill>
              </a:rPr>
              <a:t>STEPS INVOLVED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500" dirty="0">
                <a:solidFill>
                  <a:srgbClr val="002060"/>
                </a:solidFill>
              </a:rPr>
              <a:t>DATASET </a:t>
            </a:r>
            <a:r>
              <a:rPr lang="en-US" sz="2500" dirty="0">
                <a:solidFill>
                  <a:srgbClr val="002060"/>
                </a:solidFill>
              </a:rPr>
              <a:t>OVERVIEW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500" dirty="0">
                <a:solidFill>
                  <a:srgbClr val="002060"/>
                </a:solidFill>
              </a:rPr>
              <a:t>EXPLOLATORY DATA ANALYSIS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500" dirty="0">
                <a:solidFill>
                  <a:srgbClr val="002060"/>
                </a:solidFill>
              </a:rPr>
              <a:t>MODEL BUILDING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500" dirty="0">
                <a:solidFill>
                  <a:srgbClr val="002060"/>
                </a:solidFill>
              </a:rPr>
              <a:t>FEATURE IMPORTANCE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500" dirty="0">
                <a:solidFill>
                  <a:srgbClr val="002060"/>
                </a:solidFill>
              </a:rPr>
              <a:t>CONCLUSION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500" dirty="0">
                <a:solidFill>
                  <a:srgbClr val="002060"/>
                </a:solidFill>
              </a:rPr>
              <a:t>Q&amp;A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63D18DB-AAC1-4C7A-FF8C-4C3F36F48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0" y="0"/>
            <a:ext cx="4648200" cy="685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A550559-133D-3A47-05B8-C4E67314630C}"/>
              </a:ext>
            </a:extLst>
          </p:cNvPr>
          <p:cNvSpPr txBox="1"/>
          <p:nvPr/>
        </p:nvSpPr>
        <p:spPr>
          <a:xfrm>
            <a:off x="-1323874" y="2998113"/>
            <a:ext cx="609760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rtl="0" eaLnBrk="1" latinLnBrk="0" hangingPunct="1"/>
            <a:r>
              <a:rPr lang="en-US" sz="5000" b="1" kern="1200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AGENDA</a:t>
            </a:r>
            <a:endParaRPr lang="en-IN" sz="5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94365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oston Institute of Analytics Projects">
            <a:extLst>
              <a:ext uri="{FF2B5EF4-FFF2-40B4-BE49-F238E27FC236}">
                <a16:creationId xmlns:a16="http://schemas.microsoft.com/office/drawing/2014/main" id="{44B2FB3B-9DB7-F62A-8BCC-C52D9D677C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7824" y="5767959"/>
            <a:ext cx="3694176" cy="932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4DBDCD-E1E7-20C0-0D3A-7F77EB397E13}"/>
              </a:ext>
            </a:extLst>
          </p:cNvPr>
          <p:cNvSpPr txBox="1"/>
          <p:nvPr/>
        </p:nvSpPr>
        <p:spPr>
          <a:xfrm>
            <a:off x="493776" y="356616"/>
            <a:ext cx="56022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Algerian" panose="04020705040A02060702" pitchFamily="82" charset="0"/>
              </a:rPr>
              <a:t>INTRODUCTION</a:t>
            </a:r>
            <a:endParaRPr lang="en-IN" sz="4000" b="1" dirty="0">
              <a:solidFill>
                <a:srgbClr val="002060"/>
              </a:solidFill>
              <a:latin typeface="Algerian" panose="04020705040A02060702" pitchFamily="8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020E60-F42D-DF88-898E-40A9AAEC703B}"/>
              </a:ext>
            </a:extLst>
          </p:cNvPr>
          <p:cNvSpPr txBox="1"/>
          <p:nvPr/>
        </p:nvSpPr>
        <p:spPr>
          <a:xfrm>
            <a:off x="493776" y="1327856"/>
            <a:ext cx="604434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/>
              <a:t>Sleep is essential for physical and mental well-being.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/>
              <a:t>Sleep disorders negatively affect productivity, health, and quality of life.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/>
              <a:t>Early prediction can help prevent long-term health issues.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/>
              <a:t>Goal: Use machine learning to predict whether a person suffers from Insomnia, Sleep Apnea, or None.</a:t>
            </a:r>
            <a:endParaRPr lang="en-IN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pic>
        <p:nvPicPr>
          <p:cNvPr id="4" name="Picture 2" descr="Sleep Disorder Prediction Challenge | Kaggle">
            <a:extLst>
              <a:ext uri="{FF2B5EF4-FFF2-40B4-BE49-F238E27FC236}">
                <a16:creationId xmlns:a16="http://schemas.microsoft.com/office/drawing/2014/main" id="{C2EB771F-76D1-5388-1E50-AB1A0C5380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984" y="1656606"/>
            <a:ext cx="5164646" cy="3544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9787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2652A-E120-50EB-6A6C-644009365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oston Institute of Analytics Projects">
            <a:extLst>
              <a:ext uri="{FF2B5EF4-FFF2-40B4-BE49-F238E27FC236}">
                <a16:creationId xmlns:a16="http://schemas.microsoft.com/office/drawing/2014/main" id="{BC448E5F-56B2-5CD8-37A8-EDB9D8351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7824" y="5767959"/>
            <a:ext cx="3694176" cy="932779"/>
          </a:xfrm>
          <a:prstGeom prst="rect">
            <a:avLst/>
          </a:prstGeom>
          <a:noFill/>
          <a:ln w="381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DB0F7F-EB19-A25C-57F7-9067D17A978C}"/>
              </a:ext>
            </a:extLst>
          </p:cNvPr>
          <p:cNvSpPr txBox="1"/>
          <p:nvPr/>
        </p:nvSpPr>
        <p:spPr>
          <a:xfrm>
            <a:off x="438881" y="355446"/>
            <a:ext cx="5602224" cy="707886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Algerian" panose="04020705040A02060702" pitchFamily="82" charset="0"/>
              </a:rPr>
              <a:t>STEPS INVOLVED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3C37D9-8E07-AC59-718C-0414071220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8233" y="1897696"/>
            <a:ext cx="997551" cy="103785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4C1F324-3485-52C6-10D5-4C6FE20060C3}"/>
              </a:ext>
            </a:extLst>
          </p:cNvPr>
          <p:cNvSpPr/>
          <p:nvPr/>
        </p:nvSpPr>
        <p:spPr>
          <a:xfrm>
            <a:off x="196323" y="1659615"/>
            <a:ext cx="1603601" cy="353877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7579B3E6-D8C8-DA9E-9ED8-9633F33D9E32}"/>
              </a:ext>
            </a:extLst>
          </p:cNvPr>
          <p:cNvSpPr/>
          <p:nvPr/>
        </p:nvSpPr>
        <p:spPr>
          <a:xfrm>
            <a:off x="1879140" y="1659615"/>
            <a:ext cx="1603601" cy="353877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/>
              <a:t>Step 1: Importing all the necessary libraries</a:t>
            </a:r>
            <a:endParaRPr lang="en-IN" sz="1800" b="1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9619BEC-FD2C-A085-AD6A-0673F4172039}"/>
              </a:ext>
            </a:extLst>
          </p:cNvPr>
          <p:cNvSpPr/>
          <p:nvPr/>
        </p:nvSpPr>
        <p:spPr>
          <a:xfrm>
            <a:off x="3561957" y="1659615"/>
            <a:ext cx="1603601" cy="353877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07134BF-E9EC-9384-BCA5-4251153875B4}"/>
              </a:ext>
            </a:extLst>
          </p:cNvPr>
          <p:cNvSpPr/>
          <p:nvPr/>
        </p:nvSpPr>
        <p:spPr>
          <a:xfrm>
            <a:off x="5311448" y="1659615"/>
            <a:ext cx="1603601" cy="353877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79D5AB7B-81EE-0849-5667-DDE00A6EBC1E}"/>
              </a:ext>
            </a:extLst>
          </p:cNvPr>
          <p:cNvSpPr/>
          <p:nvPr/>
        </p:nvSpPr>
        <p:spPr>
          <a:xfrm>
            <a:off x="7022447" y="1659615"/>
            <a:ext cx="1603601" cy="353877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1E9D8AD2-9573-D54D-3E0D-C43DBAE73762}"/>
              </a:ext>
            </a:extLst>
          </p:cNvPr>
          <p:cNvSpPr/>
          <p:nvPr/>
        </p:nvSpPr>
        <p:spPr>
          <a:xfrm>
            <a:off x="8768187" y="1659615"/>
            <a:ext cx="1603601" cy="353877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31EC2936-3CFE-5CF2-8BA7-E64F9F93D0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8690" y="1920063"/>
            <a:ext cx="1016753" cy="97838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58C9C73-D530-BCBE-CC16-C39958E11C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5722" y="1915060"/>
            <a:ext cx="1012888" cy="98338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DDB1F479-1126-9C32-504B-388A7A3CCD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267" y="1839319"/>
            <a:ext cx="1038322" cy="98887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F9735636-8946-088F-2F72-294AAE65ACAB}"/>
              </a:ext>
            </a:extLst>
          </p:cNvPr>
          <p:cNvSpPr txBox="1"/>
          <p:nvPr/>
        </p:nvSpPr>
        <p:spPr>
          <a:xfrm>
            <a:off x="142192" y="3351572"/>
            <a:ext cx="16577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Step 1: Importing all the necessary libraries</a:t>
            </a:r>
            <a:endParaRPr lang="en-IN" sz="20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16F197A-52E7-DDD4-76D7-6509E121781E}"/>
              </a:ext>
            </a:extLst>
          </p:cNvPr>
          <p:cNvSpPr txBox="1"/>
          <p:nvPr/>
        </p:nvSpPr>
        <p:spPr>
          <a:xfrm>
            <a:off x="1879141" y="3429000"/>
            <a:ext cx="1603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Step 2: Importing the dataset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2DF76CF-5ABB-9350-2490-7E89A42AA13E}"/>
              </a:ext>
            </a:extLst>
          </p:cNvPr>
          <p:cNvSpPr txBox="1"/>
          <p:nvPr/>
        </p:nvSpPr>
        <p:spPr>
          <a:xfrm>
            <a:off x="3482741" y="3507826"/>
            <a:ext cx="173694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Step 3: </a:t>
            </a:r>
          </a:p>
          <a:p>
            <a:pPr algn="ctr"/>
            <a:r>
              <a:rPr lang="en-IN" sz="2000" b="1" dirty="0"/>
              <a:t>Data Preprocessing</a:t>
            </a:r>
          </a:p>
          <a:p>
            <a:pPr algn="ctr"/>
            <a:endParaRPr lang="en-IN" sz="20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1D97DA0-DEDB-78A7-F942-0AC5474CA589}"/>
              </a:ext>
            </a:extLst>
          </p:cNvPr>
          <p:cNvSpPr txBox="1"/>
          <p:nvPr/>
        </p:nvSpPr>
        <p:spPr>
          <a:xfrm>
            <a:off x="5273822" y="3507826"/>
            <a:ext cx="15996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Step 4: Exploratory Data Analysis</a:t>
            </a:r>
          </a:p>
          <a:p>
            <a:pPr algn="ctr"/>
            <a:endParaRPr lang="en-IN" sz="20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4BAB3A2-40D2-44E2-7F56-BCD7D5EF85DA}"/>
              </a:ext>
            </a:extLst>
          </p:cNvPr>
          <p:cNvSpPr txBox="1"/>
          <p:nvPr/>
        </p:nvSpPr>
        <p:spPr>
          <a:xfrm>
            <a:off x="7057188" y="3528883"/>
            <a:ext cx="135716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Step 5: Model Building</a:t>
            </a:r>
          </a:p>
          <a:p>
            <a:pPr algn="ctr"/>
            <a:endParaRPr lang="en-IN" sz="2000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DF9400A-A96A-5DEA-A5C5-938D59A2755A}"/>
              </a:ext>
            </a:extLst>
          </p:cNvPr>
          <p:cNvSpPr txBox="1"/>
          <p:nvPr/>
        </p:nvSpPr>
        <p:spPr>
          <a:xfrm>
            <a:off x="8688971" y="3498014"/>
            <a:ext cx="168281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Step 6: </a:t>
            </a:r>
          </a:p>
          <a:p>
            <a:pPr algn="ctr"/>
            <a:r>
              <a:rPr lang="en-IN" sz="2000" b="1" dirty="0"/>
              <a:t>Model Deployment </a:t>
            </a:r>
          </a:p>
          <a:p>
            <a:pPr algn="ctr"/>
            <a:endParaRPr lang="en-IN" sz="2000" b="1" dirty="0"/>
          </a:p>
        </p:txBody>
      </p:sp>
      <p:pic>
        <p:nvPicPr>
          <p:cNvPr id="2050" name="Picture 2" descr="Import Data Icons - Free SVG &amp; PNG Import Data Images - Noun Project">
            <a:extLst>
              <a:ext uri="{FF2B5EF4-FFF2-40B4-BE49-F238E27FC236}">
                <a16:creationId xmlns:a16="http://schemas.microsoft.com/office/drawing/2014/main" id="{DD3D6951-2C8D-6111-FD25-C0E3BDDC48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5462" y="1940897"/>
            <a:ext cx="897605" cy="897605"/>
          </a:xfrm>
          <a:prstGeom prst="rect">
            <a:avLst/>
          </a:prstGeom>
          <a:noFill/>
          <a:ln w="88900" cmpd="thickThin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Exploratory Analysis Icons - Free SVG &amp; PNG Exploratory Analysis Images -  Noun Project">
            <a:extLst>
              <a:ext uri="{FF2B5EF4-FFF2-40B4-BE49-F238E27FC236}">
                <a16:creationId xmlns:a16="http://schemas.microsoft.com/office/drawing/2014/main" id="{F9BCBDB8-0EB5-878A-2C2B-1E26D14279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5533" y="1971053"/>
            <a:ext cx="891144" cy="891144"/>
          </a:xfrm>
          <a:prstGeom prst="rect">
            <a:avLst/>
          </a:prstGeom>
          <a:noFill/>
          <a:ln w="88900" cmpd="thickThin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433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3F377-862B-930B-3238-503BA06B9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oston Institute of Analytics Projects">
            <a:extLst>
              <a:ext uri="{FF2B5EF4-FFF2-40B4-BE49-F238E27FC236}">
                <a16:creationId xmlns:a16="http://schemas.microsoft.com/office/drawing/2014/main" id="{98D1A8E2-1CC9-30E1-D767-FE87D94320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7824" y="5767959"/>
            <a:ext cx="3694176" cy="932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EB6C15-41EE-AF53-557D-CD87ED2BD0DC}"/>
              </a:ext>
            </a:extLst>
          </p:cNvPr>
          <p:cNvSpPr txBox="1"/>
          <p:nvPr/>
        </p:nvSpPr>
        <p:spPr>
          <a:xfrm>
            <a:off x="493776" y="356616"/>
            <a:ext cx="63305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Algerian" panose="04020705040A02060702" pitchFamily="82" charset="0"/>
              </a:rPr>
              <a:t>DATASET OVERVIEW </a:t>
            </a:r>
            <a:endParaRPr lang="en-IN" sz="4000" b="1" dirty="0">
              <a:solidFill>
                <a:srgbClr val="002060"/>
              </a:solidFill>
              <a:latin typeface="Algerian" panose="04020705040A02060702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C5FACD-3440-2952-7C27-31ED110FE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179" y="1064502"/>
            <a:ext cx="7272645" cy="569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925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96C24-A293-B98A-543C-6D5F21D15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oston Institute of Analytics Projects">
            <a:extLst>
              <a:ext uri="{FF2B5EF4-FFF2-40B4-BE49-F238E27FC236}">
                <a16:creationId xmlns:a16="http://schemas.microsoft.com/office/drawing/2014/main" id="{8E0D65DE-68C6-805F-9B61-55FC53F90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7824" y="5767959"/>
            <a:ext cx="3694176" cy="932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A3300A-E32D-8FF5-8BDB-3353E5986182}"/>
              </a:ext>
            </a:extLst>
          </p:cNvPr>
          <p:cNvSpPr txBox="1"/>
          <p:nvPr/>
        </p:nvSpPr>
        <p:spPr>
          <a:xfrm>
            <a:off x="493776" y="356616"/>
            <a:ext cx="807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Algerian" panose="04020705040A02060702" pitchFamily="82" charset="0"/>
              </a:rPr>
              <a:t>EXPLORATORY DATA ANALYSIS</a:t>
            </a:r>
            <a:endParaRPr lang="en-IN" sz="4000" b="1" dirty="0">
              <a:solidFill>
                <a:srgbClr val="002060"/>
              </a:solidFill>
              <a:latin typeface="Algerian" panose="04020705040A02060702" pitchFamily="8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4ADCEB-D035-2DC4-49C8-C8B117471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527" y="1357620"/>
            <a:ext cx="6674193" cy="51437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027A00-8F38-EF79-B709-7DD5EBB167D0}"/>
              </a:ext>
            </a:extLst>
          </p:cNvPr>
          <p:cNvSpPr txBox="1"/>
          <p:nvPr/>
        </p:nvSpPr>
        <p:spPr>
          <a:xfrm>
            <a:off x="8257032" y="1581912"/>
            <a:ext cx="33375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rgbClr val="002060"/>
                </a:solidFill>
                <a:latin typeface="Arial Black" panose="020B0A04020102020204" pitchFamily="34" charset="0"/>
              </a:rPr>
              <a:t>Correlation Heatmap</a:t>
            </a:r>
          </a:p>
        </p:txBody>
      </p:sp>
    </p:spTree>
    <p:extLst>
      <p:ext uri="{BB962C8B-B14F-4D97-AF65-F5344CB8AC3E}">
        <p14:creationId xmlns:p14="http://schemas.microsoft.com/office/powerpoint/2010/main" val="1169814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0CD63-6889-F4EC-20D8-A2961C265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oston Institute of Analytics Projects">
            <a:extLst>
              <a:ext uri="{FF2B5EF4-FFF2-40B4-BE49-F238E27FC236}">
                <a16:creationId xmlns:a16="http://schemas.microsoft.com/office/drawing/2014/main" id="{40ACB0F1-E13D-9DEB-B870-4FA86E3D93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7824" y="5767959"/>
            <a:ext cx="3694176" cy="932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C38627-8544-B3D1-B8DD-57BB2E82B17D}"/>
              </a:ext>
            </a:extLst>
          </p:cNvPr>
          <p:cNvSpPr txBox="1"/>
          <p:nvPr/>
        </p:nvSpPr>
        <p:spPr>
          <a:xfrm>
            <a:off x="493776" y="356616"/>
            <a:ext cx="807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Algerian" panose="04020705040A02060702" pitchFamily="82" charset="0"/>
              </a:rPr>
              <a:t>EXPLORATORY DATA ANALYSIS</a:t>
            </a:r>
            <a:endParaRPr lang="en-IN" sz="4000" b="1" dirty="0">
              <a:solidFill>
                <a:srgbClr val="002060"/>
              </a:solidFill>
              <a:latin typeface="Algerian" panose="04020705040A02060702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DFE288-A64B-C307-60AB-E8DC7697A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983" y="1272043"/>
            <a:ext cx="5714847" cy="31719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80F234-99BA-FB1A-7146-B72A42C94E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912" y="2124586"/>
            <a:ext cx="5187105" cy="354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7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C49A6-9D7D-E8B9-BE61-C1058F35F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oston Institute of Analytics Projects">
            <a:extLst>
              <a:ext uri="{FF2B5EF4-FFF2-40B4-BE49-F238E27FC236}">
                <a16:creationId xmlns:a16="http://schemas.microsoft.com/office/drawing/2014/main" id="{C0879F41-BA86-D180-2A55-EB89E1123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7824" y="5767959"/>
            <a:ext cx="3694176" cy="932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0607F2-402B-19E3-040F-A2DF7C2E00B6}"/>
              </a:ext>
            </a:extLst>
          </p:cNvPr>
          <p:cNvSpPr txBox="1"/>
          <p:nvPr/>
        </p:nvSpPr>
        <p:spPr>
          <a:xfrm>
            <a:off x="425116" y="356616"/>
            <a:ext cx="807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Algerian" panose="04020705040A02060702" pitchFamily="82" charset="0"/>
              </a:rPr>
              <a:t>MODEL BUILDING</a:t>
            </a:r>
            <a:endParaRPr lang="en-IN" sz="4000" b="1" dirty="0">
              <a:solidFill>
                <a:srgbClr val="002060"/>
              </a:solidFill>
              <a:latin typeface="Algerian" panose="04020705040A02060702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09219C-AE3E-907C-D1EF-B3F2CE7C1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939" y="1546260"/>
            <a:ext cx="4883401" cy="42674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3DFC05-0123-1CC8-1C01-66F46DDA52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76" y="1530890"/>
            <a:ext cx="4669789" cy="42827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122829-D2E9-44C4-12C8-E3E2C283491F}"/>
              </a:ext>
            </a:extLst>
          </p:cNvPr>
          <p:cNvSpPr txBox="1"/>
          <p:nvPr/>
        </p:nvSpPr>
        <p:spPr>
          <a:xfrm>
            <a:off x="773938" y="5866683"/>
            <a:ext cx="488340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>
                <a:latin typeface="Arial Black" panose="020B0A04020102020204" pitchFamily="34" charset="0"/>
              </a:rPr>
              <a:t>Decision Tree Classifier</a:t>
            </a:r>
            <a:endParaRPr lang="en-IN" sz="2500" b="1" dirty="0">
              <a:latin typeface="Arial Black" panose="020B0A040201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652C46-EACE-4400-4EF2-261B2BC4F3D1}"/>
              </a:ext>
            </a:extLst>
          </p:cNvPr>
          <p:cNvSpPr txBox="1"/>
          <p:nvPr/>
        </p:nvSpPr>
        <p:spPr>
          <a:xfrm>
            <a:off x="6894575" y="1066854"/>
            <a:ext cx="466978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b="1" dirty="0">
                <a:latin typeface="Arial Black" panose="020B0A04020102020204" pitchFamily="34" charset="0"/>
              </a:rPr>
              <a:t>Random Forest Classifier</a:t>
            </a:r>
            <a:endParaRPr lang="en-IN" sz="25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871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327D3-59F8-C18E-8C90-7C87ADD03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oston Institute of Analytics Projects">
            <a:extLst>
              <a:ext uri="{FF2B5EF4-FFF2-40B4-BE49-F238E27FC236}">
                <a16:creationId xmlns:a16="http://schemas.microsoft.com/office/drawing/2014/main" id="{FDC0C268-C06C-00BE-0A6B-0ACA04E0D1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7824" y="5767959"/>
            <a:ext cx="3694176" cy="932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D025BE-A8C2-CCA7-0C55-C8028285FB96}"/>
              </a:ext>
            </a:extLst>
          </p:cNvPr>
          <p:cNvSpPr txBox="1"/>
          <p:nvPr/>
        </p:nvSpPr>
        <p:spPr>
          <a:xfrm>
            <a:off x="425116" y="356616"/>
            <a:ext cx="807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Algerian" panose="04020705040A02060702" pitchFamily="82" charset="0"/>
              </a:rPr>
              <a:t>FEATURE IMPORTANCE</a:t>
            </a:r>
            <a:endParaRPr lang="en-IN" sz="4000" b="1" dirty="0">
              <a:solidFill>
                <a:srgbClr val="002060"/>
              </a:solidFill>
              <a:latin typeface="Algerian" panose="04020705040A02060702" pitchFamily="8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8F4F49-94CB-FEA2-682F-A7987B2BF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316" y="1138571"/>
            <a:ext cx="9722350" cy="462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245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1ECF2-AB21-E326-17EE-8080B1B4E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oston Institute of Analytics Projects">
            <a:extLst>
              <a:ext uri="{FF2B5EF4-FFF2-40B4-BE49-F238E27FC236}">
                <a16:creationId xmlns:a16="http://schemas.microsoft.com/office/drawing/2014/main" id="{2B7E8A0D-9FBB-E8DE-657F-4EC5C04CC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7824" y="5767959"/>
            <a:ext cx="3694176" cy="932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CDD10C-CDCE-DD9A-ECAA-4AE84B94B2BC}"/>
              </a:ext>
            </a:extLst>
          </p:cNvPr>
          <p:cNvSpPr txBox="1"/>
          <p:nvPr/>
        </p:nvSpPr>
        <p:spPr>
          <a:xfrm>
            <a:off x="493776" y="356616"/>
            <a:ext cx="807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Algerian" panose="04020705040A02060702" pitchFamily="82" charset="0"/>
              </a:rPr>
              <a:t>CONCLUSION</a:t>
            </a:r>
            <a:endParaRPr lang="en-IN" sz="4000" b="1" dirty="0">
              <a:solidFill>
                <a:srgbClr val="002060"/>
              </a:solidFill>
              <a:latin typeface="Algerian" panose="04020705040A02060702" pitchFamily="8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59A904-02E7-7EE3-0DAB-9F2A2D81A4D0}"/>
              </a:ext>
            </a:extLst>
          </p:cNvPr>
          <p:cNvSpPr txBox="1"/>
          <p:nvPr/>
        </p:nvSpPr>
        <p:spPr>
          <a:xfrm>
            <a:off x="493776" y="1182231"/>
            <a:ext cx="10531164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Developed a Machine Learning Model to Predict Sleep Disorders with ~88% Accuracy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Successfully implemented classification algorithms, with the Random Forest model achieving the best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The model demonstrated high accuracy and reliability in distinguishing between Insomnia, Sleep Apnea, and None.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Evaluation metrics like precision, recall, and F1-score confirmed the model’s robustness for real-world application.</a:t>
            </a:r>
            <a:endParaRPr lang="en-US" sz="2200" kern="100" dirty="0"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Feature importance analysis revealed that Stress Level, Sleep Duration, and BMI were the most significant predictors.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These factors showed strong relationships with the presence of sleep disorders, providing valuable insights into lifestyle and health influences.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Less influential features like Gender and Occupation contributed minimally to prediction, simplifying the focus for future models.</a:t>
            </a:r>
            <a:endParaRPr lang="en-IN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9816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0AA6C-C964-BA9B-2CC7-2F4102407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oston Institute of Analytics Projects">
            <a:extLst>
              <a:ext uri="{FF2B5EF4-FFF2-40B4-BE49-F238E27FC236}">
                <a16:creationId xmlns:a16="http://schemas.microsoft.com/office/drawing/2014/main" id="{6E3A7466-9B34-5A9B-4387-D4CB8E2FF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7824" y="5767959"/>
            <a:ext cx="3694176" cy="932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08BA4FC-5AF7-84C3-72F9-925FFA8B8D84}"/>
              </a:ext>
            </a:extLst>
          </p:cNvPr>
          <p:cNvSpPr txBox="1"/>
          <p:nvPr/>
        </p:nvSpPr>
        <p:spPr>
          <a:xfrm>
            <a:off x="493776" y="356616"/>
            <a:ext cx="56022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Algerian" panose="04020705040A02060702" pitchFamily="82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335607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1DBBFEC-17D0-1D96-6CDC-0E5B94EF077B}"/>
              </a:ext>
            </a:extLst>
          </p:cNvPr>
          <p:cNvSpPr/>
          <p:nvPr/>
        </p:nvSpPr>
        <p:spPr>
          <a:xfrm>
            <a:off x="0" y="2091872"/>
            <a:ext cx="12192000" cy="17653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latin typeface="Calibri" panose="020F0502020204030204" pitchFamily="34" charset="0"/>
              </a:rPr>
              <a:t>Thank You!</a:t>
            </a:r>
            <a:endParaRPr lang="en-IN" sz="66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8371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4251</TotalTime>
  <Words>278</Words>
  <Application>Microsoft Office PowerPoint</Application>
  <PresentationFormat>Widescreen</PresentationFormat>
  <Paragraphs>52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Aharoni</vt:lpstr>
      <vt:lpstr>Algerian</vt:lpstr>
      <vt:lpstr>Arial</vt:lpstr>
      <vt:lpstr>Arial Black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Jayshree Parate</dc:creator>
  <cp:lastModifiedBy>Jayshree Parate</cp:lastModifiedBy>
  <cp:revision>1</cp:revision>
  <dcterms:created xsi:type="dcterms:W3CDTF">2025-04-25T12:02:56Z</dcterms:created>
  <dcterms:modified xsi:type="dcterms:W3CDTF">2025-05-02T13:22:53Z</dcterms:modified>
</cp:coreProperties>
</file>